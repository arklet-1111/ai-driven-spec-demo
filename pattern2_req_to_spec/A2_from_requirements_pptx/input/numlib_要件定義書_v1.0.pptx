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数値処理ライブラリ numlib 要件定義書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版数 1.0 ／ 2026-09-25 ／ 制御ソフト第二課</a:t>
            </a:r>
          </a:p>
          <a:p>
            <a:r>
              <a:t>※ AI検証用のダミー資料。実在の製品・顧客とは無関係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背景と目的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背景：制御ソフト各機能で「整列」と「連立一次方程式の求解」が個別に実装され、品質と保守性にばらつきがある</a:t>
            </a:r>
          </a:p>
          <a:p>
            <a:pPr>
              <a:defRPr sz="1800"/>
            </a:pPr>
            <a:r>
              <a:t>目的：共通ライブラリ numlib として一本化し、単体試験で品質を担保する</a:t>
            </a:r>
          </a:p>
          <a:p>
            <a:pPr>
              <a:defRPr sz="1800"/>
            </a:pPr>
            <a:r>
              <a:t>期待効果</a:t>
            </a:r>
          </a:p>
          <a:p>
            <a:pPr lvl="1">
              <a:defRPr sz="1800"/>
            </a:pPr>
            <a:r>
              <a:t>重複コードの削減</a:t>
            </a:r>
          </a:p>
          <a:p>
            <a:pPr lvl="1">
              <a:defRPr sz="1800"/>
            </a:pPr>
            <a:r>
              <a:t>試験の標準化（試験観点を仕様書に含める）</a:t>
            </a:r>
          </a:p>
          <a:p>
            <a:pPr lvl="1">
              <a:defRPr sz="1800"/>
            </a:pPr>
            <a:r>
              <a:t>新人でも安全に使える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適用範囲と前提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対象：組込み制御ソフト（C99）。PC 向けツールは対象外</a:t>
            </a:r>
          </a:p>
          <a:p>
            <a:pPr>
              <a:defRPr sz="1800"/>
            </a:pPr>
            <a:r>
              <a:t>前提</a:t>
            </a:r>
          </a:p>
          <a:p>
            <a:pPr lvl="1">
              <a:defRPr sz="1800"/>
            </a:pPr>
            <a:r>
              <a:t>ヒープ（malloc/free）は使えない</a:t>
            </a:r>
          </a:p>
          <a:p>
            <a:pPr lvl="1">
              <a:defRPr sz="1800"/>
            </a:pPr>
            <a:r>
              <a:t>標準入出力は製品コードでは使わない</a:t>
            </a:r>
          </a:p>
          <a:p>
            <a:pPr lvl="1">
              <a:defRPr sz="1800"/>
            </a:pPr>
            <a:r>
              <a:t>シングルスレッドで呼ばれる（排他は呼び出し側）</a:t>
            </a:r>
          </a:p>
          <a:p>
            <a:pPr lvl="1">
              <a:defRPr sz="1800"/>
            </a:pPr>
            <a:r>
              <a:t>浮動小数点は double を使用可</a:t>
            </a:r>
          </a:p>
          <a:p>
            <a:pPr lvl="1">
              <a:defRPr sz="1800"/>
            </a:pPr>
            <a:r>
              <a:t>依存ヘッダは最小限（stddef.h / stdint.h 程度）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機能要件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120640"/>
                <a:gridCol w="2560320"/>
              </a:tblGrid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要件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備考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32bit 符号付き整数の配列を昇順に整列できること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同じ値の相対順序を保つ（安定）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要素数 0 または 1 の配列でも正常終了すること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何もしないで成功を返す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NULL ポインタや不正な長さを渡してもクラッシュせず、エラーを返すこと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全関数共通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連立一次方程式 Ax = b（n ≦ 16）の解 x を求められること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 は n×n、b・x は長さ n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求解では部分ピボット選択を行うこと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対角に 0 があっても解けること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特異行列（ピボットの絶対値が 1e-12 未満）を検出し、エラーを返すこと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解を書き込まない</a:t>
                      </a:r>
                    </a:p>
                  </a:txBody>
                  <a:tcPr/>
                </a:tc>
              </a:tr>
              <a:tr h="45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条件数 1e6 以下の行列で、解の相対誤差が 1e-9 以内であること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受け入れ試験で確認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非機能要件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120640"/>
                <a:gridCol w="2560320"/>
              </a:tblGrid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要件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備考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動的メモリ確保を行わないこと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静的・スタックのみ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製品コードで標準入出力を使わないこと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試験コードは可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-Wall -Wextra -Wpedantic で警告ゼロ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C99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計算量：整列は O(n²) 以内、求解は O(n³) 以内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スタック使用量は n ≦ 16 を前提とした定数以内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再帰禁止</a:t>
                      </a:r>
                    </a:p>
                  </a:txBody>
                  <a:tcPr/>
                </a:tc>
              </a:tr>
              <a:tr h="5225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スレッドセーフは不要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呼び出し側で排他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インターフェース方針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エラーは戻り値で返す：0 = 成功、負の値 = 失敗。失敗の種別（引数不正／特異行列／サイズ超過）を区別できること</a:t>
            </a:r>
          </a:p>
          <a:p>
            <a:pPr>
              <a:defRPr sz="1800"/>
            </a:pPr>
            <a:r>
              <a:t>行列は行優先（row-major）の 1 次元配列 double[n*n] で渡す（ポインタ配列 double** は使わない）</a:t>
            </a:r>
          </a:p>
          <a:p>
            <a:pPr>
              <a:defRPr sz="1800"/>
            </a:pPr>
            <a:r>
              <a:t>求解関数は入力 A・b を作業領域として破壊してよい（呼び出し側が必要ならコピーする）</a:t>
            </a:r>
          </a:p>
          <a:p>
            <a:pPr>
              <a:defRPr sz="1800"/>
            </a:pPr>
            <a:r>
              <a:t>関数名・定数名は接頭辞 numlib_ / NUMLIB_ で統一する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受け入れ基準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</a:tblGrid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基準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単体試験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R-01〜R-07 のそれぞれを最低 1 件の試験で検証していること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カバレッジ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行カバレッジ 90% 以上（gcov で計測）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仕様書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各関数の引数・戻り値・事後条件・失敗時の状態、および試験観点を含むこと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トレース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要件 ID と関数・試験観点の対応が表で追えること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納期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2026-10-31（仕様書レビュー 10-10、実装完了 10-24）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用語・改訂履歴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217920"/>
              </a:tblGrid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内容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部分ピボット選択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各列で絶対値最大の要素を持つ行を選び、行を入れ替えてから消去する方法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特異行列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逆行列が存在しない（解が一意に定まらない）行列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改訂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2026-09-25 初版（制御ソフト第二課）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