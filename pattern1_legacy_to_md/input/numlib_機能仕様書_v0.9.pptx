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数値処理ライブラリ numlib 機能仕様書（抜粋）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版数 0.9 ／ 作成日 2026-09-25 ／ 制御ソフト第二課</a:t>
            </a:r>
          </a:p>
          <a:p>
            <a:r>
              <a:t>※ AI検証用のダミー資料。実在の製品・顧客とは無関係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概要と前提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目的：組込み制御ソフト向けの小規模な数値処理ライブラリ</a:t>
            </a:r>
          </a:p>
          <a:p>
            <a:pPr>
              <a:defRPr sz="1800"/>
            </a:pPr>
            <a:r>
              <a:t>対象言語：C（C99準拠）。コンパイラ警告ゼロ（-Wall -Wextra）</a:t>
            </a:r>
          </a:p>
          <a:p>
            <a:pPr>
              <a:defRPr sz="1800"/>
            </a:pPr>
            <a:r>
              <a:t>制約</a:t>
            </a:r>
          </a:p>
          <a:p>
            <a:pPr lvl="1">
              <a:defRPr sz="1800"/>
            </a:pPr>
            <a:r>
              <a:t>動的メモリ確保（malloc/free）は使用しない</a:t>
            </a:r>
          </a:p>
          <a:p>
            <a:pPr lvl="1">
              <a:defRPr sz="1800"/>
            </a:pPr>
            <a:r>
              <a:t>スレッドセーフ非対応（呼び出し側で排他）</a:t>
            </a:r>
          </a:p>
          <a:p>
            <a:pPr lvl="1">
              <a:defRPr sz="1800"/>
            </a:pPr>
            <a:r>
              <a:t>依存ヘッダは &lt;stddef.h&gt; &lt;stdint.h&gt; のみ</a:t>
            </a:r>
          </a:p>
          <a:p>
            <a:pPr lvl="1">
              <a:defRPr sz="1800"/>
            </a:pPr>
            <a:r>
              <a:t>浮動小数点は double。printf 等の標準I/Oは使わない</a:t>
            </a:r>
          </a:p>
          <a:p>
            <a:pPr>
              <a:defRPr sz="1800"/>
            </a:pPr>
            <a:r>
              <a:t>提供関数</a:t>
            </a:r>
          </a:p>
          <a:p>
            <a:pPr lvl="1">
              <a:defRPr sz="1800"/>
            </a:pPr>
            <a:r>
              <a:t>bubble_sort_i32 … 32bit整数配列の昇順ソート（バブルソート・安定）</a:t>
            </a:r>
          </a:p>
          <a:p>
            <a:pPr lvl="1">
              <a:defRPr sz="1800"/>
            </a:pPr>
            <a:r>
              <a:t>gauss_eliminate … 連立一次方程式 Ax = b を掃き出し法で解く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関数仕様：bubble_sort_i32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</a:tblGrid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シグネチャ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 bubble_sort_i32(int32_t *arr, size_t n);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arr[0..n-1] を昇順に並べ替える。等しい値の相対順序は保つ（安定ソート）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整列対象の配列。n &gt; 0 のとき非NULL であること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要素数。0 以上。n &lt;= 1 のときは何もしない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戻り値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0：成功 ／ -1：引数不正（n &gt; 0 かつ arr == NULL）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事後条件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成功時、すべての i について arr[i] &lt;= arr[i+1]。要素の多重集合は不変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計算量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時間 O(n^2)、追加メモリ O(1)。既ソート入力では 1 パスで終了する（早期終了フラグ）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関数仕様：gauss_eliminate（掃き出し法）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</a:tblGrid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シグネチャ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 gauss_eliminate(double *a, double *b, double *x, size_t n);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n×n 行列 A と右辺 b から Ax = b の解 x を求める（部分ピボット選択付き掃き出し法）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n×n 行列を行優先（row-major）で格納した配列。非NULL。作業領域として破壊してよい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右辺ベクトル（長さ n）。非NULL。作業領域として破壊してよい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解の出力先（長さ n）。非NULL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引数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次元。1 以上 16 以下（NUMLIB_MAX_DIM = 16）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戻り値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0：成功 ／ -1：引数不正（NULL または n == 0）／ -2：特異行列 ／ -3：n &gt; 16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特異判定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ピボット選択後の |a[k][k]| &lt; 1e-12 のとき特異とみなす（EPS はヘッダで定数定義）</a:t>
                      </a:r>
                    </a:p>
                  </a:txBody>
                  <a:tcPr/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条件数 1e6 以下の行列で相対誤差 1e-9 以内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エラーコード一覧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3291840"/>
                <a:gridCol w="1645920"/>
              </a:tblGrid>
              <a:tr h="731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シンボル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意味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発生する関数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NUMLIB_OK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全関数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NUMLIB_E_INVALID_ARG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NULL ポインタ、n == 0 など引数不正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全関数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NUMLIB_E_SINGULAR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特異行列（解が一意に定まらない）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NUMLIB_E_TOO_LARGE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 が NUMLIB_MAX_DIM(16) を超えた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処理フロー：gauss_eliminate（図のみ・テキスト情報なし）</a:t>
            </a:r>
          </a:p>
        </p:txBody>
      </p:sp>
      <p:pic>
        <p:nvPicPr>
          <p:cNvPr id="3" name="Picture 2" descr="_flow_ga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単体試験観点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3291840"/>
                <a:gridCol w="2468880"/>
              </a:tblGrid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期待結果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 = 0 / n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 を返し配列は不変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既に昇順の入力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0、順序不変、比較は 1 パスのみ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逆順の入力（n = 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0、昇順になる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重複値を含む入力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0、安定性が保たれる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INT32_MIN / INT32_MAX を含む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0、オーバーフローなく整列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bubble_sort_i32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arr == NULL, n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単位行列 A = I, b 任意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0、x == b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2×2 で解が既知（x = (1, 2)）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0、誤差 1e-9 以内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ピボット入替が必要（a[0][0] = 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0、正しい解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特異行列（2行が同一）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 =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81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gauss_eliminate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 == NULL / n ==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改訂履歴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4754880"/>
                <a:gridCol w="1554480"/>
              </a:tblGrid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作成者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初版（レビュー前）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制御ソフト第二課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エラーコード -3 を追加、試験観点 T09〜T12 追記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制御ソフト第二課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